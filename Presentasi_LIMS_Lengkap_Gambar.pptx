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5943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</a:defRPr>
            </a:pPr>
            <a:r>
              <a:t>Alur Kerja Sistem LIMS</a:t>
            </a:r>
          </a:p>
          <a:p>
            <a:pPr>
              <a:defRPr sz="1800">
                <a:solidFill>
                  <a:srgbClr val="0E7490"/>
                </a:solidFill>
              </a:defRPr>
            </a:pPr>
            <a:r>
              <a:t>Laboratory Information Management System</a:t>
            </a:r>
            <a:br/>
            <a:r>
              <a:t>Proses High-Level hingga Eksekusi Laboratorium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943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Tahap 1: Registrasi &amp; Perencanaan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1. Registrasi LIMS &amp; Barcode</a:t>
            </a:r>
            <a:br/>
            <a:r>
              <a:t>   Input metadata sampel &amp; pembuatan ID unik otomatis.</a:t>
            </a:r>
            <a:br/>
            <a:br/>
            <a:r>
              <a:t>2. Verifikasi Dokumen &amp; SOP</a:t>
            </a:r>
            <a:br/>
            <a:r>
              <a:t>   Pemeriksaan kesesuaian berkas administrasi.</a:t>
            </a:r>
            <a:br/>
            <a:br/>
            <a:r>
              <a:t>3. Perencanaan Uji &amp; Persetujuan Protokol</a:t>
            </a:r>
            <a:br/>
            <a:r>
              <a:t>   Penetapan metode, instrumen, dan otorisasi Kalab.</a:t>
            </a:r>
            <a:br/>
            <a:br/>
            <a:r>
              <a:t>4. Penyiapan Alat &amp; Reagen</a:t>
            </a:r>
            <a:br/>
            <a:r>
              <a:t>   Kalibrasi alat &amp; preparasi bahan analisis.</a:t>
            </a:r>
          </a:p>
        </p:txBody>
      </p:sp>
      <p:pic>
        <p:nvPicPr>
          <p:cNvPr id="3" name="Picture 2" descr="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30518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943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Tahap 2: Eksekusi Pengujian (Step 6)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1. Direct Instrument Interfacing</a:t>
            </a:r>
            <a:br/>
            <a:r>
              <a:t>   Penyerapan data hasil otomatis dari alat analit ke LIMS untuk cegah human error.</a:t>
            </a:r>
            <a:br/>
            <a:br/>
            <a:r>
              <a:t>2. Eksekusi Sesuai SOP Approved</a:t>
            </a:r>
            <a:br/>
            <a:r>
              <a:t>   Analis menjalankan run sampel sesuai prosedur terotorisasi.</a:t>
            </a:r>
            <a:br/>
            <a:br/>
            <a:r>
              <a:t>3. Batch &amp; QC Control Run</a:t>
            </a:r>
            <a:br/>
            <a:r>
              <a:t>   Pengujian sampel Blank, Spike, &amp; Duplicate untuk validasi kepresisian.</a:t>
            </a:r>
            <a:br/>
            <a:br/>
            <a:r>
              <a:t>4. Real-Time Environmental Logging</a:t>
            </a:r>
            <a:br/>
            <a:r>
              <a:t>   Pencatatan suhu &amp; kelembaban ruang lab secara otomatis.</a:t>
            </a:r>
          </a:p>
        </p:txBody>
      </p:sp>
      <p:pic>
        <p:nvPicPr>
          <p:cNvPr id="3" name="Picture 2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30460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